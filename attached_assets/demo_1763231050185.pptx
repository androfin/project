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99DF-4229-F574-B404-9A88376FA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74065-E83F-3E87-1EF7-2F88F1728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5013F-5B4A-39EC-AE84-A1FF0D8E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268A-128C-2B93-ED2A-79E916E7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51E8-9041-7AFC-4E1F-6CA2B8A2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99494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5FA9-31B8-55F2-9891-ABE05C6E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83F08-F8BA-B96F-CB24-A83D03048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90C2F-2370-F2B6-DFAE-F98B0F82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E1DE2-5CFC-E062-1AE2-41A3E598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81C6D-9AF0-F111-8404-62377918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68942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9AE8-B0FA-5976-F786-61E9A1BB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C5555-6EC1-4EA7-112C-8F8A34FA8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DF865-A1B8-B0E1-B7E2-FE289703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1C008-B95E-002D-764A-74D125F8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9320-3032-A8F6-05DB-11D7BE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50314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066E-8BE0-000C-68E5-8AE258FE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65A5-ABDF-CCC8-0D23-3D070D21D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97F23-9A02-E0DE-23E5-E9DB44E64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EACD5-F630-9123-05C2-AF332C23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16EAB-FF73-21F0-F18D-DBB1C43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0C653-3DA8-230F-4CD7-3A020F7E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43144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E51F-6E48-18B3-E033-C3788EBA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1E0F1-67EC-C212-21EC-B9DA91922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561F1-9AE2-FF9B-D733-E221F705E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1BC7F-D254-A1FA-B58A-82DB76E44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94CDD-EB39-35B2-92F0-759E7A770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F3035-48C4-5164-D828-0497FF1F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8FBEB-1061-B366-CEF3-71BE5A4F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64DB7D-F056-A577-3B9F-2E416F8A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62455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29B3-000F-0FBC-F059-88462E4C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D7A6F-8B51-F040-8ED5-6A596D1DE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05F22-F006-AB25-373B-BADBA637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A3905-5276-06DC-CE2F-37A4F190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2456298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ACC21-5526-A048-1F52-FF83445B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CE816-E694-7367-4511-6BBD9C2E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F44BA-0162-3BEA-E4DE-BC8C0B19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24218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263C-4BA8-5DFA-4D56-184545DA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53B9-1642-7D32-4F88-F1704770D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D1546-F7E1-A3A2-E4A3-F3A111DBE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F9C7D-A37E-ADE0-D230-0896F13C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EA9E5-2E59-1F93-170F-33809AFF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979F1-CE2E-58FD-4FD8-93210D12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794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E591-D734-CD28-3B34-C382905C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73E04-D27E-D94A-56CA-5E7A76FC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8FCC3-D1F3-6B64-3046-5AC6D5BE6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C4F48-9FCA-0519-D9BF-90900919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0442F-E900-2A13-EE59-8ACEA837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F1E41-8EBC-5F28-E513-2A86C022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62078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BB65-AFFA-79A3-985E-F0B79963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0D02C-F39B-124F-D9AF-9D1338C96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F69C-4912-8853-5264-415846B4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2622-9A57-19E3-4C08-A28880EC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8C75-AC5F-56D2-23DC-9CD202F9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132428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0FEE4-32BE-0FFC-7D79-E7CA679CF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93FBD-3AA6-ECED-0000-E196854F6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7711A-EC1F-09FA-0CA2-15D3D20C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74CF-DF1F-87C9-8EC0-23051BD3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5B8E3-EE1E-E367-40D4-4B3D9624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22123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85C25-CB32-F9B2-82C9-A9404FFA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1C2EB-BA50-33B4-5195-5D0052E84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9E290-353A-3D52-209B-1AEC1C01F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813DB-625E-1240-A5CC-DD0C1F4CF257}" type="datetimeFigureOut">
              <a:rPr lang="en-AZ" smtClean="0"/>
              <a:t>15.11.25</a:t>
            </a:fld>
            <a:endParaRPr lang="e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B49C5-B5EF-32A0-556E-EC7AE0169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B9BD-F7B6-6DC4-7E54-977FF2BBB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3C0C8-6934-9E4D-BD09-CB771612EE15}" type="slidenum">
              <a:rPr lang="en-AZ" smtClean="0"/>
              <a:t>‹#›</a:t>
            </a:fld>
            <a:endParaRPr lang="en-AZ"/>
          </a:p>
        </p:txBody>
      </p:sp>
    </p:spTree>
    <p:extLst>
      <p:ext uri="{BB962C8B-B14F-4D97-AF65-F5344CB8AC3E}">
        <p14:creationId xmlns:p14="http://schemas.microsoft.com/office/powerpoint/2010/main" val="387252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2A6F-9E9B-F038-530B-76B73C6D8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FABD0-C8CE-C4F2-E9B0-F3A01EB8D6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 start</a:t>
            </a:r>
          </a:p>
        </p:txBody>
      </p:sp>
    </p:spTree>
    <p:extLst>
      <p:ext uri="{BB962C8B-B14F-4D97-AF65-F5344CB8AC3E}">
        <p14:creationId xmlns:p14="http://schemas.microsoft.com/office/powerpoint/2010/main" val="634967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BD7A-9C18-7510-4108-1D12F27A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6C59-5D12-60AF-2C8E-B25B38EB7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ED6CA-F986-6F48-9760-6F3A8B1E3E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355662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1552-C886-1748-D998-449CC7E4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7F36-3984-26B5-548F-212E93E3B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206DA-46CA-F8E0-D153-E22D3E3BF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281092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09B8-7173-4FE3-F39E-6326E67C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34F5-C024-F4F4-E98A-EB59AAEFF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87A02-15FC-87A9-83E5-68B10450E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137767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48A8-2AFE-7CB0-DDF1-D18DD8C2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41EB-A640-0518-7AD9-456D97D94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19C10-3302-8F53-A083-134F930B55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172453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AD53-9319-BC73-8926-35596A88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BAB4-BCD7-68D0-E365-511274B2D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DF6D6-74F3-11D5-2F82-D23AC020DF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217973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A736F-0D0A-139B-88BB-E1174D67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D797-BD93-8117-2C9A-76CDDB74F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65A1-90D3-EC12-B085-D33D77B69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389199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E59D-1472-8AF4-680C-B1485529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A917-0618-B32C-654A-34F1B3B78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6BE4C-0EF9-A519-C971-66A79FA7E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344813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9CCD-9B50-A20B-CD6B-798B4702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9A7D-3B86-7ABC-1B08-8EFF959AB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3982-C921-AA52-E311-0F4FC5702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</a:t>
            </a:r>
          </a:p>
        </p:txBody>
      </p:sp>
    </p:spTree>
    <p:extLst>
      <p:ext uri="{BB962C8B-B14F-4D97-AF65-F5344CB8AC3E}">
        <p14:creationId xmlns:p14="http://schemas.microsoft.com/office/powerpoint/2010/main" val="3429005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E7CC-9C2C-0AFA-905B-805209E8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D580-7914-53F7-A4E2-253539151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Z" dirty="0"/>
              <a:t>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11C28-1D2B-91BD-EF7E-8E3A3F6B3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AZ" dirty="0"/>
              <a:t>ead this file end</a:t>
            </a:r>
          </a:p>
        </p:txBody>
      </p:sp>
    </p:spTree>
    <p:extLst>
      <p:ext uri="{BB962C8B-B14F-4D97-AF65-F5344CB8AC3E}">
        <p14:creationId xmlns:p14="http://schemas.microsoft.com/office/powerpoint/2010/main" val="12239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Macintosh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Sample</vt:lpstr>
      <vt:lpstr>Sample</vt:lpstr>
      <vt:lpstr>Sample</vt:lpstr>
      <vt:lpstr>Sample</vt:lpstr>
      <vt:lpstr>Sample</vt:lpstr>
      <vt:lpstr>Sample</vt:lpstr>
      <vt:lpstr>Sample</vt:lpstr>
      <vt:lpstr>Sample</vt:lpstr>
      <vt:lpstr>Sample</vt:lpstr>
      <vt:lpstr>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Elvin Azizli</dc:creator>
  <cp:lastModifiedBy>Elvin Azizli</cp:lastModifiedBy>
  <cp:revision>1</cp:revision>
  <dcterms:created xsi:type="dcterms:W3CDTF">2025-11-15T18:18:52Z</dcterms:created>
  <dcterms:modified xsi:type="dcterms:W3CDTF">2025-11-15T18:20:22Z</dcterms:modified>
</cp:coreProperties>
</file>